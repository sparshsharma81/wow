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DM Sans" pitchFamily="2" charset="0"/>
      <p:regular r:id="rId14"/>
    </p:embeddedFont>
    <p:embeddedFont>
      <p:font typeface="PT Serif" panose="020A0603040505020204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12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9870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WOW — Business Management Tool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82738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integrated project by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Aura++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Jira-inspired collaborative workspace and task management platform built for modern development workflows.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78862"/>
            <a:ext cx="2147768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246846"/>
            <a:ext cx="18755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INTEGRATED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1306" y="5171242"/>
            <a:ext cx="94202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5014" y="5246846"/>
            <a:ext cx="6546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AURA++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0190" y="586787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Sparsh Sharma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2310992218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4607"/>
            <a:ext cx="5656421" cy="70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Login &amp; Signup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0937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WOW provides a secure, frictionless authentication experience. Users can sign in with email and password or leverage OAuth via Google and GitHub — keeping onboarding fast and enterprise-ready.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3698"/>
            <a:ext cx="4011930" cy="44209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0337" y="3277672"/>
            <a:ext cx="306359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 Features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550337" y="3861316"/>
            <a:ext cx="2628067" cy="3083719"/>
          </a:xfrm>
          <a:prstGeom prst="roundRect">
            <a:avLst>
              <a:gd name="adj" fmla="val 55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19857" y="3861316"/>
            <a:ext cx="121920" cy="3083719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8" name="Text 5"/>
          <p:cNvSpPr/>
          <p:nvPr/>
        </p:nvSpPr>
        <p:spPr>
          <a:xfrm>
            <a:off x="5887641" y="4107180"/>
            <a:ext cx="2044898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Email &amp; Password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87641" y="5018603"/>
            <a:ext cx="2044898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credential-based login with session management via Appwrite.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383072" y="3861316"/>
            <a:ext cx="2628186" cy="3083719"/>
          </a:xfrm>
          <a:prstGeom prst="roundRect">
            <a:avLst>
              <a:gd name="adj" fmla="val 55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52592" y="3861316"/>
            <a:ext cx="121920" cy="3083719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12" name="Text 9"/>
          <p:cNvSpPr/>
          <p:nvPr/>
        </p:nvSpPr>
        <p:spPr>
          <a:xfrm>
            <a:off x="8720376" y="4107180"/>
            <a:ext cx="2045018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OAuth — Google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720376" y="5018603"/>
            <a:ext cx="204501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One-click sign-in using Google accounts for fast, trusted access.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1215926" y="3861316"/>
            <a:ext cx="2628067" cy="3083719"/>
          </a:xfrm>
          <a:prstGeom prst="roundRect">
            <a:avLst>
              <a:gd name="adj" fmla="val 55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85446" y="3861316"/>
            <a:ext cx="121920" cy="3083719"/>
          </a:xfrm>
          <a:prstGeom prst="roundRect">
            <a:avLst>
              <a:gd name="adj" fmla="val 26512"/>
            </a:avLst>
          </a:prstGeom>
          <a:solidFill>
            <a:srgbClr val="E04F00"/>
          </a:solidFill>
          <a:ln/>
        </p:spPr>
      </p:sp>
      <p:sp>
        <p:nvSpPr>
          <p:cNvPr id="16" name="Text 13"/>
          <p:cNvSpPr/>
          <p:nvPr/>
        </p:nvSpPr>
        <p:spPr>
          <a:xfrm>
            <a:off x="11553230" y="4107180"/>
            <a:ext cx="2044898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OAuth — GitHub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553230" y="5018603"/>
            <a:ext cx="204489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login for developers using their existing GitHub identity.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09966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Home Dashboard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18408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WOW home page gives every team member a real-time command center — surfacing total, assigned, completed, overdue, and incomplete tasks alongside active projects at a glance.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527941"/>
            <a:ext cx="3664744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375475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Overview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507004" y="4262914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Aggregated task counters across all workspaces — always current.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3527941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10398562" y="375475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Panel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398562" y="4262914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access to every project within the active workspace.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805249"/>
            <a:ext cx="7556421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07004" y="60320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Workspaces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507004" y="654022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Switch between workspaces instantly from the left-side navigation.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049CBA-CA5D-C3AA-43E4-0EAD6D71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413"/>
          <a:stretch>
            <a:fillRect/>
          </a:stretch>
        </p:blipFill>
        <p:spPr>
          <a:xfrm>
            <a:off x="0" y="0"/>
            <a:ext cx="604599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877"/>
            <a:ext cx="5358765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 Stack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145149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WOW is built on a modern, type-safe, full-stack architecture — combining best-in-class tools for routing, API handling, data management, and UI consistency.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972395"/>
            <a:ext cx="408265" cy="4082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608" y="304252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Next.js App Router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31608" y="3487460"/>
            <a:ext cx="355675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all routes, layouts, and pages with server-first rendering.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7914" y="2972395"/>
            <a:ext cx="408265" cy="4082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55732" y="304252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React + TypeScript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855732" y="3487460"/>
            <a:ext cx="3556754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typing across components via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tsconfig.json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2038" y="2972395"/>
            <a:ext cx="408265" cy="4082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9856" y="304252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Hono API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279856" y="3487460"/>
            <a:ext cx="355675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Lightweight API framework mounted inside Next.js catch-all API routes.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483060"/>
            <a:ext cx="408265" cy="4082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31608" y="4553188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Appwrite SDK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431608" y="4998125"/>
            <a:ext cx="355675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Backend-as-a-service for accounts, users, DB, and storage operations.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7914" y="4483060"/>
            <a:ext cx="408265" cy="40826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55732" y="4553188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TanStack Query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5855732" y="4998125"/>
            <a:ext cx="355675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Client-side data fetching, caching, and background sync.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2038" y="4483060"/>
            <a:ext cx="408265" cy="40826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279856" y="4553188"/>
            <a:ext cx="277403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Zod + React Hook Form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10279856" y="4998125"/>
            <a:ext cx="355675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validation and typed form handling — zero runtime surprises.</a:t>
            </a:r>
            <a:endParaRPr lang="en-US" sz="16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5986105"/>
            <a:ext cx="408265" cy="40826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431608" y="6056233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Tailwind + shadcn UI</a:t>
            </a:r>
            <a:endParaRPr lang="en-US" sz="2100" dirty="0"/>
          </a:p>
        </p:txBody>
      </p:sp>
      <p:sp>
        <p:nvSpPr>
          <p:cNvPr id="24" name="Text 15"/>
          <p:cNvSpPr/>
          <p:nvPr/>
        </p:nvSpPr>
        <p:spPr>
          <a:xfrm>
            <a:off x="1431608" y="6501170"/>
            <a:ext cx="355675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Utility-first styling with consistent, composable UI component wrappers.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652"/>
            <a:ext cx="5358765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Runtime Flow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680924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user interaction in WOW follows a precise, end-to-end request lifecycle — from browser render through session validation to Appwrite data operations and back to a responsive UI.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508171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3790" y="2832140"/>
            <a:ext cx="4225052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979896"/>
            <a:ext cx="365676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opens page in App Router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202555" y="2508171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2555" y="2832140"/>
            <a:ext cx="422517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5202555" y="2979896"/>
            <a:ext cx="4225171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Page/layout renders feature components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11439" y="2508171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11439" y="2832140"/>
            <a:ext cx="422517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11439" y="2979896"/>
            <a:ext cx="420885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hooks call typed RPC client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790" y="3986213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3790" y="4310182"/>
            <a:ext cx="4225052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457938"/>
            <a:ext cx="4225052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RPC hits Hono through Next API catch-all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202555" y="3986213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02555" y="4310182"/>
            <a:ext cx="422517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555" y="4457938"/>
            <a:ext cx="4225171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Middleware validates session from auth cookie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11439" y="3986213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11439" y="4310182"/>
            <a:ext cx="422517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11439" y="4457938"/>
            <a:ext cx="4225171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server routes do member/role checks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93790" y="5464254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3790" y="5788223"/>
            <a:ext cx="4225052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22"/>
          <p:cNvSpPr/>
          <p:nvPr/>
        </p:nvSpPr>
        <p:spPr>
          <a:xfrm>
            <a:off x="793790" y="5935980"/>
            <a:ext cx="382178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Appwrite is called for read/write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202555" y="5464254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02555" y="5788223"/>
            <a:ext cx="422517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7" name="Text 25"/>
          <p:cNvSpPr/>
          <p:nvPr/>
        </p:nvSpPr>
        <p:spPr>
          <a:xfrm>
            <a:off x="5202555" y="5935980"/>
            <a:ext cx="3839766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Response returns JSON to hooks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611439" y="5464254"/>
            <a:ext cx="4082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09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11439" y="5788223"/>
            <a:ext cx="422517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0" name="Text 28"/>
          <p:cNvSpPr/>
          <p:nvPr/>
        </p:nvSpPr>
        <p:spPr>
          <a:xfrm>
            <a:off x="9611439" y="5935980"/>
            <a:ext cx="4225171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React Query updates cache and UI re-renders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93790" y="6965275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layered pipeline ensures every request is authenticated, authorized, and efficiently cached — delivering a fast, secure experience at every step.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495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Documents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918811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WOW ships with a comprehensive set of configuration and documentation files that ensure a consistent, maintainable, and scalable codebase from day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443877"/>
            <a:ext cx="3093125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443877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055251" y="263675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README.md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5251" y="3043237"/>
            <a:ext cx="263878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project documentation and architecture summary for onboarding.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14430" y="2443877"/>
            <a:ext cx="3093244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91570" y="2443877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275892" y="263675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package.json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75892" y="3043237"/>
            <a:ext cx="263890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dependencies, build scripts, and project metadata in one place.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790" y="4078010"/>
            <a:ext cx="3093125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4078010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5251" y="427089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tsconfig.json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55251" y="4677370"/>
            <a:ext cx="263878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TypeScript strict mode configuration with path alias mapping.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14430" y="4078010"/>
            <a:ext cx="3093244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91570" y="4078010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275892" y="427089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next.config.ts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75892" y="4677370"/>
            <a:ext cx="263890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runtime and build configuration for production deployments.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790" y="5712143"/>
            <a:ext cx="3093125" cy="1268492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930" y="5712143"/>
            <a:ext cx="91440" cy="126849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5251" y="590502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tailwind.config.ts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55251" y="6311503"/>
            <a:ext cx="263878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tokens, theme extensions, and content path scanning.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30346" y="2443877"/>
            <a:ext cx="3093125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486" y="2443877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791807" y="263675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postcss.config.mjs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791807" y="3043237"/>
            <a:ext cx="263878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PostCSS pipeline configured to process Tailwind utilities.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750987" y="2443877"/>
            <a:ext cx="3093244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28127" y="2443877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30" name="Text 28"/>
          <p:cNvSpPr/>
          <p:nvPr/>
        </p:nvSpPr>
        <p:spPr>
          <a:xfrm>
            <a:off x="11012448" y="263675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eslint.config.mjs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1012448" y="3043237"/>
            <a:ext cx="263890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Lint rules based on Next.js core-web-vitals and TypeScript presets.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30346" y="4078010"/>
            <a:ext cx="3093125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7486" y="4078010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34" name="Text 32"/>
          <p:cNvSpPr/>
          <p:nvPr/>
        </p:nvSpPr>
        <p:spPr>
          <a:xfrm>
            <a:off x="7791807" y="427089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next-env.d.ts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7791807" y="4677370"/>
            <a:ext cx="263878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ambient type declarations for the TypeScript compiler.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750987" y="4078010"/>
            <a:ext cx="3093244" cy="1506617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28127" y="4078010"/>
            <a:ext cx="91440" cy="150661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38" name="Text 36"/>
          <p:cNvSpPr/>
          <p:nvPr/>
        </p:nvSpPr>
        <p:spPr>
          <a:xfrm>
            <a:off x="11012448" y="427089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components.json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1012448" y="4677370"/>
            <a:ext cx="263890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shadcn generator configuration for component scaffolding and theming.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9259"/>
            <a:ext cx="7461290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High-Level Architecture Diagram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280190" y="1617583"/>
            <a:ext cx="7556421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WOW platform is structured across four clearly separated layers — Presentation, API, Domain Features, and Backend Services — enabling scalable, maintainable, and role-aware collaboration at every level.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80190" y="2657713"/>
            <a:ext cx="7556421" cy="1085255"/>
          </a:xfrm>
          <a:prstGeom prst="roundRect">
            <a:avLst>
              <a:gd name="adj" fmla="val 2665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472952" y="285047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Client Layer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72952" y="3264932"/>
            <a:ext cx="71708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App Router with React Query and typed RPC components.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80190" y="3906798"/>
            <a:ext cx="7556421" cy="1085255"/>
          </a:xfrm>
          <a:prstGeom prst="roundRect">
            <a:avLst>
              <a:gd name="adj" fmla="val 2665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472952" y="4099560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Layer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472952" y="4514017"/>
            <a:ext cx="71708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Hono-based catch-all routes with session middleware and Zod validation.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80190" y="5155883"/>
            <a:ext cx="7556421" cy="1085255"/>
          </a:xfrm>
          <a:prstGeom prst="roundRect">
            <a:avLst>
              <a:gd name="adj" fmla="val 2665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472952" y="534864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 Modules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472952" y="5763101"/>
            <a:ext cx="71708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Auth, Workspaces, Projects, Tasks, and Members feature routers.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80190" y="6404967"/>
            <a:ext cx="7556421" cy="1085255"/>
          </a:xfrm>
          <a:prstGeom prst="roundRect">
            <a:avLst>
              <a:gd name="adj" fmla="val 2665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72952" y="659772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Services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472952" y="7012186"/>
            <a:ext cx="71708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Appwrite for accounts, databases, storage, and session management.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692</Words>
  <Application>Microsoft Office PowerPoint</Application>
  <PresentationFormat>Custom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PT Serif</vt:lpstr>
      <vt:lpstr>PT Serif Light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sparshs1790@gmail.com</cp:lastModifiedBy>
  <cp:revision>3</cp:revision>
  <dcterms:created xsi:type="dcterms:W3CDTF">2026-04-20T04:47:30Z</dcterms:created>
  <dcterms:modified xsi:type="dcterms:W3CDTF">2026-05-01T10:07:45Z</dcterms:modified>
</cp:coreProperties>
</file>